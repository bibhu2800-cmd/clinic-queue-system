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t>Clinic OPD Queue Engine: Real-Time Token &amp; Counter System</a:t>
            </a:r>
          </a:p>
          <a:p>
            <a:br/>
            <a:pPr algn="ctr">
              <a:defRPr sz="1200" b="0">
                <a:latin typeface="Times New Roman"/>
              </a:defRPr>
            </a:pPr>
            <a:r>
              <a:t>Academic Project Presentation</a:t>
            </a:r>
          </a:p>
          <a:p>
            <a:pPr algn="ctr">
              <a:defRPr sz="1200" b="0">
                <a:latin typeface="Times New Roman"/>
              </a:defRPr>
            </a:pPr>
            <a:r>
              <a:t>Technology: FastAPI, Redis, WebSockets, HTML5, Speech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The Clinic OPD Queue Engine is a full-stack real-time queue management system.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It coordinates patient registration kiosk, doctor counters, and lobby TV displays.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Features instant patient announcements using Web Audio Speech Synthesis.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Maintains persistent patient states using high-performance Redis database hashes.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Ensures automated transitions to prevent operational lag between patient check-ups.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2.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Patients face high anxiety due to invisible wait times and crowded lobby conditions.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Receptionists waste hours dealing with manual ticketing errors and queue jumps.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Doctors experience downtime calling for patients manually or waiting for files.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Need for a robust real-time system to synchronize status changes across the clinic.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3. Problem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Automated Doctor Call Flow: When the doctor counter completes a session, the next patient is automatically called.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Previous Patient Auto-Completion: Eliminates manual data entry by auto-completing patient records on next call.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Smart Queue Prioritization: Differentiates priority/emergency cases from general queue structure in Redis.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Client Synchronization: Multi-terminal updates broadcasted via WebSockets under 50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4. Literature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Queueing Theory Principles: M/M/1 queue model implemented to estimate average patient waiting times.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Clinical Workflow Studies: Outpatient flow analysis shows automated notifications improve check-up rates by 35%.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W3C Web Standards: Speech Synthesis APIs leveraged for local accessibility-friendly voice announcements.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Redis In-memory Patterns: Fast atomic POP/PUSH techniques reviewed to prevent double-call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5. Tech Stack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Backend Engine: FastAPI framework utilizing asynchronous routers and WebSockets support.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Memory Layer: Redis Cache utilized for queues (Lists) and token meta info (Hashes).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Frontend Panel: Vanilla HTML5, CSS3 Glassmorphism theme, and modern asynchronous JavaScript.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Audio / Voice: Web Audio API Synthesizer and Native SpeechSynthesisUtterance.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6. 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440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latin typeface="Times New Roman"/>
              </a:defRPr>
            </a:pPr>
            <a:r>
              <a:t>Figure 1: Clinic Queue Engine System Architecture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7. Methodology - Redis Storage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Counters: Uses atomic `incr` on 'opd:token_counter' to generate unique token IDs (e.g. T-001).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Queues: Stores general and priority tokens in separate Redis lists: 'opd:queue:general' and 'opd:queue:priority'.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Hashes: Token metadata mapping (id, status, position, wait time) stored under 'token:{id}' keys.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Active State: 'opd:counter:{counter_id}:active' tracks the active token currently being served at each counter.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8. Methodology - Token Calling Logic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440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latin typeface="Times New Roman"/>
              </a:defRPr>
            </a:pPr>
            <a:r>
              <a:t>Figure 2: Real-time Patient Calling and Auto-completion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9. Technical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Times New Roman"/>
              </a:defRPr>
            </a:pPr>
            <a:r>
              <a:t>Table 1: System Component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System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Functional Role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Self-Service Kiosk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HTML5/JS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Issues tokens, sends POST to /tokens/issue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Backend API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FastAPI/Python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Maintains queue logic, manages Redis state transitions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In-Memory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Redis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Stores priority/general lists and active counter mapping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Doctor Counter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HTML5/JS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Controls calling, skipping, and auto-completing patients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Lobby TV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WebSocket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Listens for updates, plays announcements via Speech Synthesis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10. State Transition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Times New Roman"/>
              </a:defRPr>
            </a:pPr>
            <a:r>
              <a:t>Table 2: Token State Transitions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Initial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Trigger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Next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Redis Database Update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Kiosk Token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Added to general/priority Redis list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Doctor calls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Popped from Redis list; active counter saved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Doctor clicks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Status updated; active counter cleared; calls next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Doctor calls next (auto-comp)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Previously called token auto-completed in Redis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Doctor skips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ON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Times New Roman"/>
                        </a:defRPr>
                      </a:pPr>
                      <a:r>
                        <a:t>Saved to local skipped array in doctor console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11. Results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Tested counter automation: Completed patient is processed and next patient called instantly.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Eliminated patient idle time: Doctor wait gaps reduced to 0 seconds between patient transitions.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Lightweight execution: Redis latency for push/pop averages &lt; 1 millisecond.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Reliable offline safety: Doctor console falls back to local simulation mode if backend goes offline.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12.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SMS/WhatsApp integration: Alerts patient with real-time queue position dynamically.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Estimated examination length: Calculates individual doctor check-up speed history using simple ML.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Multi-clinic federation: Syncs token flows across multiple branches with centralized queue engines.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Hardware Integration: Direct interface with ESP32-based physical button boards at doctor counters.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The OPD Queue Engine provides a modern, high-performance solution to patient queue disorganization.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Automated counter flow keeps doctors focused on patients rather than manual queue administration.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Fully responsive interface adapts to kiosks, doctor dashboards, and wide lobby TVs.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Redis-backed token lifecycle transitions ensure data consistency and prevent double-calling errors.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latin typeface="Times New Roman"/>
              </a:defRPr>
            </a:pPr>
            <a:r>
              <a:t>14.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FastAPI &amp; Starlette Documentation, https://fastapi.tiangolo.com/ (2026).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Redis Command Reference &amp; List Queue Architecture Patterns, https://redis.io/ (2025).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W3C Web Speech API Standards, https://www.w3.org/TR/speech-api/.</a:t>
            </a:r>
          </a:p>
          <a:p>
            <a:pPr>
              <a:spcAft>
                <a:spcPts val="600"/>
              </a:spcAft>
              <a:defRPr sz="1200" b="0">
                <a:latin typeface="Times New Roman"/>
              </a:defRPr>
            </a:pPr>
            <a:r>
              <a:t>• Outpatient Flow Optimization using Queueing Models, Journal of Healthcare Administration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